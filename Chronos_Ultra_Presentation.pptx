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PIMPRI CHINCHWAD EDUCATION TRUST’S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PIMPRI CHINCHWAD COLLEGE OF ENGINEERING (PCCOE)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Master of Computer Applications (MCA) | Academic Year 2026-2027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 ULTRA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Multi-Timer, Event Countdown &amp; Productivity Suite (Phase-II)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840480"/>
            <a:ext cx="758952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4023360"/>
            <a:ext cx="7040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</a:t>
            </a:r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 Ravindra Dikole
</a:t>
            </a:r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PRN: 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125M1H058    |    </a:t>
            </a:r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SYMCA (Semester III)
</a:t>
            </a:r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Web Technologies (AWT) - Formative Assessment 2 (FA-2)
</a:t>
            </a:r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/ Mentors: 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Avinash Chormale (Course Owner) &amp; Dr. Rajkamal Sangole (Coordinator)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 &amp;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standard browser timers fail in real-world scenarios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Existing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Single-Timer Constraint: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monitor concurrent tasks or sprint intervals simultaneously.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Volatility: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browser reloads or tab closures wipe out active timers.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Audio Failure: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on hosted MP3 files causes 404s, CORS blocks, or silence when offline.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Milestone Tracking: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days/hours/minutes countdowns for semester exams and deadlines.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Chronos Ultra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Concurrent Multi-Timers: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tick dispatcher managing independent countdown instances.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Resilient State Persistence: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synchronizer restoring state across browser sessions.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Web Audio API Synthesis: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harmonic frequencies (chimes, beeps) with zero external dependencies.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Dual-Horizon Engine: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micro-focus intervals (Pomodoro) alongside macro target date events.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Architecture &amp; 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component-driven Single Page Application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components, Hooks, Virtual DOM reconciliation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 &amp; Bundler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HMR, tree-shaking, production bundle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Routing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423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navigation with zero full-page browser reloads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for timers, events, and session logs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Synthesis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AudioContext oscillator &amp; gain nodes for zero-failure alerts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840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&amp; RTL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 suite with mocked timers and component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Advanced React Hooks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state isolation and custom hook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useCountdown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ticker, pause, resume, reset, add +1m/+5m, circular progress % and completion trigger.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useLocalStorage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788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JSON serialization, schema migration, and synchronization with window.localStorage.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useAudioAlert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931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frequency synthesizers (Chime, Beep, Bell, Gong) + Web Notifications API.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074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useWorldTime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5074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live time from WorldTimeAPI with fallback to browser native Intl.DateTimeFormat.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Feature Modules &amp; Client-Side Routing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dedicated workspaces in a cohesive single-page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(/)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timer cards, animated SVG progress rings, instant preset buttons, and tag filters.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(/events)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target date countdowns (Days/Hours/Mins/Secs) with past vs upcoming status.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(/pomodoro)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204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Focus / 5m Short Break / 15m Long Break with automatic cycle transitions and streaks.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Clock (/world-clock)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global timezone clocks synchronized via REST API with city search and difference calculator.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(/analytics)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0749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session history log, total focus duration metrics, and CSV/JSON data export.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 (/about)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50749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compliance checklist, student credentials, and Course Outcome mappings.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REST API &amp; Web Audio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integration and sound synthesis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API: WorldTimeAPI Sync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Network Synchronization: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UTC offsets and timezones from worldtimeapi.org.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Resilient AbortController: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4-second timeout prevents network stalls and hanging UI renders.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Graceful Fallback: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automatically to browser native Intl.DateTimeFormat if internet fails.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 Synthesizer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Asset-Free Generation: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MP3 files; synthesized directly in browser memory.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Sound Profiles: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Chime: C5-E5-G5-C6 harmonic arpeggio
- Beep: 880Hz to 440Hz exponential frequency ramp
- Digital: Pulsed square-wave triple alarms
- Bell &amp; Gong: Resonant sine &amp; sawtooth decay curves.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Playback: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latency and zero network overhead.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Form Validation, CRUD &amp; Dual Themes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and defensive coding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 Operations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Read, Update, Delete, and Batch Clear countdown instances. Instant reactive updates through Context dispatchers.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Form Validation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enforcement on title length (&gt;= 3 chars), duration (&gt; 0 secs), and target date (must be in the future). Error highlights in real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Search &amp; Filters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timers by category tags (Study, Coding, Work, Fitness, Cooking, Exams, Personal) combined with instant keyword search.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Theme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389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modern Bright Theme by default alongside Sleek Dark Theme, switchable instantly with persistent state saved in LocalStorage.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Automated Testing &amp; Performance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build optimization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62179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&amp; React Testing Library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Suite 1: useCountdown.test.js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Initialization with initial duration and flags
  - 1-second interval decrement (vi.advanceTimersByTime)
  - onComplete callback trigger upon reaching zero
  - Dynamic time increment (+1m, +5m) verification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B4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Suite 2: TimerCard.test.jsx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Component render and title verification
  - Badge, formatted time (05:00), and Start button checks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5 of 5 tests passed (100% pass rate in ~1.2s)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23760" y="1463040"/>
            <a:ext cx="4206240" cy="4389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 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Time: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 ms (Vite 8)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 Bundle: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 kB (0.44 kB gzip)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CSS Bundle: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9.78 kB (2.91 kB gzip)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 Bundle: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 kB (105 kB gzip)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Master Ticker: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interval drift, low CPU footprint.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49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Academic Compliance &amp; CO Mapping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against PCCOE syllabus and Bloom’s taxonomy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3840480"/>
        </p:xfrm>
        <a:graphic>
          <a:graphicData uri="http://schemas.openxmlformats.org/drawingml/2006/table">
            <a:tbl>
              <a:tblPr/>
              <a:tblGrid>
                <a:gridCol w="4114800"/>
                <a:gridCol w="1097280"/>
                <a:gridCol w="1097280"/>
                <a:gridCol w="109728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Criteria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Bloom’s 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Analysis &amp; System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(Analyze)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 (ES6+) 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(Apply)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Components &amp; UI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(Evaluate)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Routing, Hooks, API &amp; CRUD 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(Create)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Testing, Debugging &amp; Optimization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(Evaluate)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Documentation, Deployment &amp; Presentation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(Create)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DELIVERABLES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Assessment – 2 (FA-2) Successfully Completed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2194560"/>
            <a:ext cx="8869680" cy="384048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423160"/>
            <a:ext cx="8138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Source Code: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+ React Router + Audio Synthesis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Comprehensive Project Report: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10-page report formatted per PCCOE MCA guidelines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Test Suite: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tests passing with Vitest &amp; React Testing Library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Deployment: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for GitHub Pages &amp; Vercel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Viva &amp; Demonstration Prep: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Q&amp;A reference covering all concepts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Dr. Avinash Chormale &amp; Dr. Rajkamal Sangole for your mentorship!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Pimpri Chinchwad College of Engineering (PCCOE)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Chronos Ultra - Countdown Timer Suite</dc:title>
  <dc:subject>AWT FA-2 Mini Project Presentation</dc:subject>
  <dc:creator>Karan Ravindra Dikole</dc:creator>
  <cp:lastModifiedBy>Karan Ravindra Dikole</cp:lastModifiedBy>
  <cp:revision>1</cp:revision>
  <dcterms:created xsi:type="dcterms:W3CDTF">2026-10-11T14:26:01Z</dcterms:created>
  <dcterms:modified xsi:type="dcterms:W3CDTF">2026-10-11T14:26:01Z</dcterms:modified>
</cp:coreProperties>
</file>